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3AA85-6698-80AD-B041-F9A620638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C924B-B3BA-EC59-B9DA-92FB756E4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B7D8C-D0E0-4D56-BF58-BC6F7749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53632-2AB3-16D3-CBC4-694D6FB3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16C5-23CC-F257-E64C-8C9D4279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815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803A-8466-51A0-8141-E50318E6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D2AE-DBB7-B276-536F-40556D21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E287A-4AF7-0E90-75E5-14E6D3B9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8CAD1-D05A-F9F9-DFF7-7C41A188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F406-97A4-CABA-0A36-A9697CA3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97D6-A0F8-4DA5-D769-8E9EA8F35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57C2D-C776-CFA1-127F-0EB09EEE0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AF1F-7D92-2560-7D41-9B4D7300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E9132-A94F-73C4-5E06-E0447ACA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931E8-AB3D-D5D2-DD52-6907D9E1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20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93A7-12FE-5AD7-54AB-BEC0BEAF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5FF69-F7D4-A76F-A65D-B67F69664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BA981-23B3-AA5F-68A5-DB7A7DAEB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8CEB4-A7DA-44F9-0EF3-FE9642AE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4B82F-2659-FA42-D94D-DD8C170B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15AAE-78E0-97E5-5949-54A35EA9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91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20D5-2C92-D839-11F9-705F1633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A226F-EA80-771B-07DB-FC9AC4D4F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3C87-311E-FD69-938A-F5C701DC8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BB6F1-9044-1EDE-ED5D-07D7F5FAC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03C50-F956-B190-E08F-E7744A89B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DCA28-F231-C8FD-0A35-0AEBA405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05B64E-41D4-8C9A-08CE-EC26385B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2698B7-88E7-C043-6856-2FC4CA33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66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0A44-B6FE-F5B3-29B9-2AFB465D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7C13A-E927-EA64-A748-8B6B2ADD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784FA-FEE1-B419-D577-BEA2C66B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E8B58-4535-389F-2740-BFA6FCDE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33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620B94-8D5D-74FF-7A29-C2643689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09CCE-ADB8-A8D3-3246-01D14B23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66B91-48AC-1BE6-1535-522D87D0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88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20BA-AC37-3A38-9B31-4C21955C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B769-D66F-2374-7D6B-41BB1DA93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DCCCE-A813-ECD6-2FA8-870774E18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94564-DEF7-3F5E-24D5-247C6F59E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E1A5C-D8A4-95CE-C26D-E669AA5D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CC512-339A-5222-B31B-59E2DFA0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DEC44-429E-CAED-CE5C-313D16B9D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7E744-E469-7849-5708-0A18DDC99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1C2F9-1004-1296-FAC0-253F5ABBE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9C125-FE6F-FC03-60BE-3E7AE582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7AF64-68BD-DA17-D6F7-F75F9D39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81079-943D-7A22-5C77-0992A198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0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1D243-5A0B-B8E3-8C4C-10D080ED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9AE68-85D5-ADA0-5ACA-A2D984027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57DE0-32F4-3996-F25A-544DBDEC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4B705-3B23-B97E-6988-827C0865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A665A-373D-4945-471B-044E18C3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05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63F37-CCAC-949E-B63B-01BBF289F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9FB28-10AA-0419-8201-5EA04697A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0486D-26FD-77BE-EAF3-D2A5E279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9EB32-E5C6-37AC-8600-BB0222EC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C4E09-B027-D595-880E-B45FB07B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83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300FD4-B9B7-C2AB-19AB-1D485E542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DD682-F4A5-373F-23A8-5076339F3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49CF9-3906-31CF-A306-8663D04FB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23982-7061-47A6-9FA8-92939553CA3D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40D35-ACB7-F76E-67A1-D64E40C3F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E3D80-788B-E0B7-EFC6-A83F95359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E2F66-54CE-484A-9DF2-17AE2D29FB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18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1938E-71D0-AA02-D655-A8F628A8C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82" y="401782"/>
            <a:ext cx="3514725" cy="533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816CCD-F0BF-43A6-39B0-36BFA50BA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401" y="401781"/>
            <a:ext cx="4019281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95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Kamran, Abdullah Kamran (UG - Comp Sci &amp; Elec Eng)</dc:creator>
  <cp:lastModifiedBy>Kamran, Abdullah Kamran (UG - Comp Sci &amp; Elec Eng)</cp:lastModifiedBy>
  <cp:revision>1</cp:revision>
  <dcterms:created xsi:type="dcterms:W3CDTF">2025-09-18T19:28:23Z</dcterms:created>
  <dcterms:modified xsi:type="dcterms:W3CDTF">2025-09-18T20:10:50Z</dcterms:modified>
</cp:coreProperties>
</file>